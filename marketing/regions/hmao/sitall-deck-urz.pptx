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domosti.ru/press_releases/2026/07/29/rn-yuganskneftegaz-vipustil-v-reki-ob-irtishskogo-basseina-rekordnoe-kolichestvo-malkov-tsennih-porod-rib" TargetMode="External"/><Relationship Id="rId2" Type="http://schemas.openxmlformats.org/officeDocument/2006/relationships/hyperlink" Target="https://fishnews.ru/news/46450" TargetMode="External"/><Relationship Id="rId3" Type="http://schemas.openxmlformats.org/officeDocument/2006/relationships/hyperlink" Target="https://tass.ru/ekonomika/25588677" TargetMode="External"/><Relationship Id="rId4" Type="http://schemas.openxmlformats.org/officeDocument/2006/relationships/hyperlink" Target="https://senatinform.ru/news/regiony_prosyat_rasshirit_programmu_vosstanovleniya_populyatsii_ryby_v_obi_i_irtyshe_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fish.gov.ru/news/2024/11/15/ilya-shestakov-rossijskie-predpriyatiya-narashhivayut-obemy-proizvodstva-rybnyh-kormov/" TargetMode="External"/><Relationship Id="rId2" Type="http://schemas.openxmlformats.org/officeDocument/2006/relationships/hyperlink" Target="https://scientificrussia.ru/articles/kakova-tsena-tsennyh-vidov-ryb" TargetMode="External"/><Relationship Id="rId3" Type="http://schemas.openxmlformats.org/officeDocument/2006/relationships/hyperlink" Target="https://scientificrussia.ru/articles/kakova-tsena-tsennyh-vidov-ryb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5303520" cy="53035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822960"/>
            <a:ext cx="3291840" cy="3291840"/>
          </a:xfrm>
          <a:prstGeom prst="ellipse">
            <a:avLst/>
          </a:prstGeom>
          <a:ln w="19050">
            <a:solidFill>
              <a:srgbClr val="C9A2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840480"/>
            <a:ext cx="4389120" cy="43891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АВГУСТ 2026 · КОНФИДЕНЦИАЛЬНО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1371600" cy="8229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" y="3063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Технологический брокер для промышленности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639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Работаем от задачи предприятия до внедрённой технологии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343400"/>
            <a:ext cx="6949440" cy="603504"/>
          </a:xfrm>
          <a:prstGeom prst="roundRect">
            <a:avLst>
              <a:gd name="adj" fmla="val 13636"/>
            </a:avLst>
          </a:prstGeom>
          <a:solidFill>
            <a:srgbClr val="E3EAF8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4340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Для АО «Югорский рыбоводный завод»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9436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 · uklonskiy.k@ya.ru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Спрос на воспроизводство растёт быстрее технологий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 млн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мальков выпустил один «РН-Юганскнефтегаз» с начала 2026 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Ведомости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×10–30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падение биомассы крупных сиговых Оби; вылов муксуна и нельмы запрещён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Fishnews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52544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110 млн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шт. молоди в год нужно бассейну — при выпуске 24,7 млн шт. в 2025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ТАСС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52544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Без денег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программа сиговых по поручению Президента одобрена — денег не определено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СенатИнформ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ВЫЗОВЫ ОТРАСЛИ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Три технологических узких места аквакультуры Севера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 90%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Корма. Столько кормов для ценных видов давал импорт; барьеры и срывы поставок остаются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Росрыболовство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Дефицит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Посадочный материал. Маточных стад муксуна не хватает; нужен генетический менеджмент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«Научная Россия»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~10%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Выживаемость личинки при выпуске. Зачёт растёт с навеской — нужно подращивание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0029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«Научная Россия»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6400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8952" y="5001768"/>
            <a:ext cx="1082009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 каждым узким местом — готовые научные решения, которые пока не дошли до производства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КТО МЫ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Внешний офис трансфера технологий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 задачи, а не от разработки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Начинаем там, где предприятие теряет деньги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Отвечаем деньгами за внедрение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Часть вознаграждения — только при результате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Господдержку собираем сами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Документацию готовим мы, а не сотрудники предприятия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Госцентрам приводим заказчика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НОЦ, ЦТТ и фонды для нас партнёры и исполнители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ЭТО РАБОТАЕТ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цикл: от задачи завода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31720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Задача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21276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21276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Поиск и проверка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10832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10832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Сделка и поддержка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500387" y="1444752"/>
            <a:ext cx="218838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0387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 Внедрение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231136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ПРЕДПРИЯТИЕ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31720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496312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Обозначает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21276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85868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Выбирает из списка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10832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75424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Подписывает договор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00387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64979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Получает работающую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технологию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566160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331720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496312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Переводим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 техзадание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721276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885868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Ищем и проверяем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решения и поставщиков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0832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75424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Структурируем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 ведём сделку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00387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64979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Сопровождаем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внедрение до запуска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901184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21276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85868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Даёт решения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0832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275424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Исполняет НИОКР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00387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64979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Дорабатывает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производство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ЧЕМ РАБОТАЕМ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 Скаут: платформа подбора решений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4114800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1810512"/>
            <a:ext cx="457200" cy="54864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2011680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5–7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3520440"/>
            <a:ext cx="3456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проверенных решений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задачу предприятия.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Срок: сутки вместо недель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983480" y="1481328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76088" y="1700784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76088" y="1810512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Проверяет человек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76088" y="2194560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 даёт варианты, подтверждает профильный специалист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83480" y="3108960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76088" y="3328416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6088" y="3438144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3822192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Публикации, патенты, гранты, российский и мировой веб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83480" y="4736592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76088" y="4956048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5065776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Показываем в деле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5449824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Демонстрация на вашей задаче — по запросу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НАПРАВЛЕНИЯ ПОИСКА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мы можем найти под задачи завода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4475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6824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5798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Корма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1518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Отечественные рецептуры для осетровых и сиговых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22978" y="144475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5586" y="168249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5586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5586" y="215798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Маточные стада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5586" y="261518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Криоконсервация и генетическая паспортизация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43037" y="144475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5645" y="16824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5645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35645" y="215798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Подращивание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35645" y="261518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Высокие навески — рост зачётности выпусков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386791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95528" y="41056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5528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" y="458114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Инкубация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" y="503834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Машинное зрение: счёт икры, контроль среды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22978" y="386791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5586" y="41056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15586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15586" y="458114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Ихтиопатология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615586" y="503834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Диагностика, вакцины и пробиотики в УЗВ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43037" y="3867912"/>
            <a:ext cx="354573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35645" y="41056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5645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435645" y="4581144"/>
            <a:ext cx="29605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УЗВ для Арктики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435645" y="5038344"/>
            <a:ext cx="296052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Энергоэффективные решения для холодного климата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605332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Направления — примеры по открытым источникам. Точный список даёт диагностика задачи.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ПОЛУЧАЕТ ЗАВОД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Результат без собственного НИИ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Решение без своего R&amp;D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Экспертизу дают привлечённые профильные учёные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Экономика с господдержкой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100 млн ₽ проекта — 15–30 млн ₽ своих: ПП-218 и двойной вычет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управляющий подрядчик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Вместо десяти переговоров с институтами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Ответ за 3–4 недели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«Подходящей технологии нет» — тоже результат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КОМАНДА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Доводим проекты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Уклонский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«ФинАналитик», Роспатент № 2024618827: учёт 10 млрд ₽ в год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Платформа «Больше, чем путешествие»: 80 000 пользователей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РАНХиГС, госуправление. Преподаватель РЭУ им. Плеханова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Данила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Кашев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4606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X5 Retail: внедрение новых технологий в рознице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ФГУП «ЗащитаИнфоТранс»: реестр отечественного ПО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Студия разработки: 4 → 15 человек, 50+ проектов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Дмитрий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Пересторонин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РЕГИОНАЛЬНЫЙ ПАРТНЁР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78317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Привлечение спонсирования для спортивных мероприятий федерального и международного уровня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Инициатор проектов по созданию и развитию индустриальных парков в Свердловской области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ПРЕДЛОЖЕНИЕ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Пилот для Югорского рыбоводного завода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42646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5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ЭТАПЫ, КАЖДЫЙ СО СВОЕЙ ТОЧКОЙ ВЫХОДА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92224"/>
            <a:ext cx="61264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92224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Диагностика задачи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1792224"/>
            <a:ext cx="1097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3–4 нед.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02920" y="2852928"/>
            <a:ext cx="61264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852928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Подбор и проверка: 5–7 решений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852928"/>
            <a:ext cx="1097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6–8 нед.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61264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913632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Дальше по выбору завода: сделка,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господдержка, внедрение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913632"/>
            <a:ext cx="1097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—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0292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Задачи завода не публикуются: NDA — до начала диагностики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5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ПРОСИМ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0" y="18653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1737360"/>
            <a:ext cx="40078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Одна технологическая задача завода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132320" y="27797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651760"/>
            <a:ext cx="40078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Два часа ваших технологов на диагностику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132320" y="36941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3566160"/>
            <a:ext cx="40078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Рабочая встреча на площадке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132320" y="4718304"/>
            <a:ext cx="4556455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06640" y="4901184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50" kern="0" dirty="0">
                <a:solidFill>
                  <a:srgbClr val="C9A2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СЛЕДУЮЩИЙ ШАГ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5193792"/>
            <a:ext cx="40078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Выбираем задачу пилота и согласуем соглашение о неразглашении. Условия — по итогам диагностики.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0350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 · uklonskiy.k@ya.ru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Ситалл — для Югорского рыбоводного завода</dc:title>
  <dc:subject>PptxGenJS Presentation</dc:subject>
  <dc:creator>Ситалл</dc:creator>
  <cp:lastModifiedBy>Ситалл</cp:lastModifiedBy>
  <cp:revision>1</cp:revision>
  <dcterms:created xsi:type="dcterms:W3CDTF">2026-08-26T17:04:16Z</dcterms:created>
  <dcterms:modified xsi:type="dcterms:W3CDTF">2026-08-26T17:04:16Z</dcterms:modified>
</cp:coreProperties>
</file>